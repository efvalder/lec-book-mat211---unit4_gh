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7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que Valderrama Araya" userId="108434d0-b43d-4a4f-86d1-de9a15f5f002" providerId="ADAL" clId="{6D3BC6E6-C6CA-4ABF-A625-179AFFA6E3B8}"/>
    <pc:docChg chg="modSld">
      <pc:chgData name="Enrique Valderrama Araya" userId="108434d0-b43d-4a4f-86d1-de9a15f5f002" providerId="ADAL" clId="{6D3BC6E6-C6CA-4ABF-A625-179AFFA6E3B8}" dt="2023-12-05T21:56:51.860" v="1" actId="20577"/>
      <pc:docMkLst>
        <pc:docMk/>
      </pc:docMkLst>
      <pc:sldChg chg="modSp">
        <pc:chgData name="Enrique Valderrama Araya" userId="108434d0-b43d-4a4f-86d1-de9a15f5f002" providerId="ADAL" clId="{6D3BC6E6-C6CA-4ABF-A625-179AFFA6E3B8}" dt="2023-12-05T21:56:51.860" v="1" actId="20577"/>
        <pc:sldMkLst>
          <pc:docMk/>
          <pc:sldMk cId="4257699980" sldId="256"/>
        </pc:sldMkLst>
        <pc:spChg chg="mod">
          <ac:chgData name="Enrique Valderrama Araya" userId="108434d0-b43d-4a4f-86d1-de9a15f5f002" providerId="ADAL" clId="{6D3BC6E6-C6CA-4ABF-A625-179AFFA6E3B8}" dt="2023-12-05T21:56:51.860" v="1" actId="20577"/>
          <ac:spMkLst>
            <pc:docMk/>
            <pc:sldMk cId="4257699980" sldId="256"/>
            <ac:spMk id="13" creationId="{D5CD583D-04A3-4C46-AD19-FB37A2ED7AF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60668-CD92-42FB-A4BD-D1E891989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F94BF-0C11-4F94-8454-329381773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CFCA2-BF66-4256-AEE4-3F6F65E1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4F988-FFBA-489D-8ADA-AA6399E30E5D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7DFC6-7FAA-44B6-BB39-BC56B3F2A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AD67E-ADF3-4834-9BF3-AE1FA4C1A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275BD-135F-41D0-8307-CB1BEC30E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4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B6954-4450-4CFF-AB9F-B51967CE9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B1562-437F-421D-931D-4F99D32EE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54D5-6975-40D1-AF71-537512C6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4F988-FFBA-489D-8ADA-AA6399E30E5D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24166-CBC5-45A2-AF3D-674C57B3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8758C-61C6-4FAB-B799-203DD2E5D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275BD-135F-41D0-8307-CB1BEC30E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01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197F2-C95F-4891-BBC8-3AF433DE4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64109-703C-4CFA-BB80-26E6CCB81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4C91F-167A-4A78-8F25-EB734F70E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4F988-FFBA-489D-8ADA-AA6399E30E5D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2CFE2-F2A0-49A6-BCD1-00E230B44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3CBC0-7942-44F5-8284-9E0B266C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275BD-135F-41D0-8307-CB1BEC30E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47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E4D50-F83E-4912-839E-A6A73D03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86A11-8084-4390-80D7-65C878D29B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3F277-D747-462A-B410-DA966B8AD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AB270-5AD2-49ED-9C7E-E22ECA781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4F988-FFBA-489D-8ADA-AA6399E30E5D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A325D-8935-42F8-9514-1091F2761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99827-E390-4BD3-A333-92C13D0CE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275BD-135F-41D0-8307-CB1BEC30E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82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6954B-5C0B-4F98-9A67-A81A0BB38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50AD9-8966-442A-AA26-2E7AF5FDC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57065B-3AD5-4D14-ABD3-63CFA3A0E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817B9A-64BD-4FAB-90A3-AD8CE8BD7D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0975B4-3208-414D-811A-FE5890B93E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4A4164-81E3-479F-9424-884E16BCF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4F988-FFBA-489D-8ADA-AA6399E30E5D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777BE0-0562-4F9F-9F89-15C32E2D5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A09D1-1D90-4849-92B7-CE50C7FF8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275BD-135F-41D0-8307-CB1BEC30E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5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D205F-D9DA-4D33-94AE-3292E272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57BBF-4BA9-4CAF-BC30-ACE0A1B7C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4F988-FFBA-489D-8ADA-AA6399E30E5D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CE9859-71D5-42DB-AA94-E5AC2388B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B82AAA-8221-4ABC-A4BC-134BC4A44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275BD-135F-41D0-8307-CB1BEC30E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47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F9BCE4-EC77-4732-826D-50BDB079B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4F988-FFBA-489D-8ADA-AA6399E30E5D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F0DF1F-A052-4D50-AA58-7246C7EA0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8C39C-639F-46D8-A424-C7C6C7D5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275BD-135F-41D0-8307-CB1BEC30E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0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5B3A8-C6C6-46D7-A05E-7FD4EC41F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A68BF-C26F-451A-93E8-10A25F7B4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4AFA5-7DCD-436C-98B9-B4CE5B5E3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F5B76-CD77-4823-900C-D1650CCF1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4F988-FFBA-489D-8ADA-AA6399E30E5D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977F5-F211-41EA-9322-A55037D8F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2BB2F-3E09-44B1-BB55-E62701BA5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275BD-135F-41D0-8307-CB1BEC30E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72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693F8-A064-4980-AAFB-41C772E9B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4BFE14-9F23-4557-AA9A-E8C4789441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6A0D3-58E2-4560-B12E-9EAA7ABDC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7BAB4-8CFA-4E50-B49A-EF435CF10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4F988-FFBA-489D-8ADA-AA6399E30E5D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85193-3A3C-4342-A89E-3A5DD63E3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84B43-F82D-43BA-A7F4-9914B55DA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275BD-135F-41D0-8307-CB1BEC30E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775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9C025-214A-48AF-925F-444B07ADB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C2D106-D21F-4C03-AD90-12438F34D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A4B1E-A08A-4C40-B2A5-8E3F2207A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4F988-FFBA-489D-8ADA-AA6399E30E5D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9F217-DA53-4157-A26B-6ABE0CA5B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202-C410-405A-8EC8-42F84B8C0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275BD-135F-41D0-8307-CB1BEC30E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84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D3EBCF-0F37-4172-925E-74A89277D1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E13B9-DFB7-4D57-8D57-5C6501556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48881-11AF-4829-A016-1606E8B6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4F988-FFBA-489D-8ADA-AA6399E30E5D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FF5C0-CBA9-4CF1-8170-ABE70D565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167E5-7A0D-4C62-90DE-6BCD31429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275BD-135F-41D0-8307-CB1BEC30E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67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DCEB43-19E8-4DD0-8920-A7E3935C2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CA313-2A51-4F48-97A7-26A7F9DF1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B8A64-37FC-46F3-808E-DD38209FF0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4F988-FFBA-489D-8ADA-AA6399E30E5D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E2274-DC82-419E-A785-32FADCF5D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8E996-99C4-4549-BA0C-9AEC990E6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275BD-135F-41D0-8307-CB1BEC30E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55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022F12F-860B-4F47-854F-44D8AFCF8F44}"/>
              </a:ext>
            </a:extLst>
          </p:cNvPr>
          <p:cNvSpPr>
            <a:spLocks noChangeAspect="1"/>
          </p:cNvSpPr>
          <p:nvPr/>
        </p:nvSpPr>
        <p:spPr>
          <a:xfrm>
            <a:off x="2512381" y="142042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72C6398-F097-461B-9C88-81DB70F3E0A6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2969581" y="683581"/>
            <a:ext cx="0" cy="736846"/>
          </a:xfrm>
          <a:prstGeom prst="straightConnector1">
            <a:avLst/>
          </a:prstGeom>
          <a:ln w="381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64F7AF1-0884-46B2-BB23-F214490AA8E3}"/>
              </a:ext>
            </a:extLst>
          </p:cNvPr>
          <p:cNvCxnSpPr>
            <a:cxnSpLocks/>
          </p:cNvCxnSpPr>
          <p:nvPr/>
        </p:nvCxnSpPr>
        <p:spPr>
          <a:xfrm>
            <a:off x="2966622" y="2334827"/>
            <a:ext cx="0" cy="868531"/>
          </a:xfrm>
          <a:prstGeom prst="straightConnector1">
            <a:avLst/>
          </a:prstGeom>
          <a:ln w="381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E8C7AFB-C2F9-452D-AA43-A70B1DB714B8}"/>
              </a:ext>
            </a:extLst>
          </p:cNvPr>
          <p:cNvGrpSpPr/>
          <p:nvPr/>
        </p:nvGrpSpPr>
        <p:grpSpPr>
          <a:xfrm>
            <a:off x="2171952" y="1849366"/>
            <a:ext cx="288862" cy="868531"/>
            <a:chOff x="1907792" y="1803646"/>
            <a:chExt cx="288862" cy="868531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032A04A-FCDB-4666-8F21-0B5DD74365A2}"/>
                </a:ext>
              </a:extLst>
            </p:cNvPr>
            <p:cNvCxnSpPr>
              <a:cxnSpLocks/>
            </p:cNvCxnSpPr>
            <p:nvPr/>
          </p:nvCxnSpPr>
          <p:spPr>
            <a:xfrm>
              <a:off x="2160234" y="1803646"/>
              <a:ext cx="0" cy="868531"/>
            </a:xfrm>
            <a:prstGeom prst="straightConnector1">
              <a:avLst/>
            </a:prstGeom>
            <a:ln w="38100">
              <a:solidFill>
                <a:srgbClr val="00B050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066FFF5-0261-4042-B548-0BA3265015F3}"/>
                </a:ext>
              </a:extLst>
            </p:cNvPr>
            <p:cNvSpPr txBox="1"/>
            <p:nvPr/>
          </p:nvSpPr>
          <p:spPr>
            <a:xfrm>
              <a:off x="1907792" y="1965495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5CD583D-04A3-4C46-AD19-FB37A2ED7AF7}"/>
              </a:ext>
            </a:extLst>
          </p:cNvPr>
          <p:cNvSpPr txBox="1"/>
          <p:nvPr/>
        </p:nvSpPr>
        <p:spPr>
          <a:xfrm>
            <a:off x="2966622" y="991171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  <a:r>
              <a:rPr lang="en-US" baseline="-25000" dirty="0"/>
              <a:t>f</a:t>
            </a:r>
            <a:r>
              <a:rPr lang="en-US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8A5C5C-E2AC-4F26-8EBE-F6552ABF7C98}"/>
              </a:ext>
            </a:extLst>
          </p:cNvPr>
          <p:cNvSpPr txBox="1"/>
          <p:nvPr/>
        </p:nvSpPr>
        <p:spPr>
          <a:xfrm>
            <a:off x="2966622" y="245467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  <a:r>
              <a:rPr lang="en-US" baseline="-25000" dirty="0"/>
              <a:t>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7699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47B7C62885F24FBCC35784E1B4E523" ma:contentTypeVersion="14" ma:contentTypeDescription="Create a new document." ma:contentTypeScope="" ma:versionID="97cc8a4702e41f223ab248756c1d527a">
  <xsd:schema xmlns:xsd="http://www.w3.org/2001/XMLSchema" xmlns:xs="http://www.w3.org/2001/XMLSchema" xmlns:p="http://schemas.microsoft.com/office/2006/metadata/properties" xmlns:ns3="93823d11-f80f-4c14-844a-6f9ab0ce9427" xmlns:ns4="9d230d79-79f6-4685-9917-c01045fb6ec6" targetNamespace="http://schemas.microsoft.com/office/2006/metadata/properties" ma:root="true" ma:fieldsID="e6a66247f16c6607a9f709386b9c3c94" ns3:_="" ns4:_="">
    <xsd:import namespace="93823d11-f80f-4c14-844a-6f9ab0ce9427"/>
    <xsd:import namespace="9d230d79-79f6-4685-9917-c01045fb6ec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823d11-f80f-4c14-844a-6f9ab0ce942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230d79-79f6-4685-9917-c01045fb6e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8F2536-0210-41BB-95CC-03AEFDB63594}">
  <ds:schemaRefs>
    <ds:schemaRef ds:uri="http://www.w3.org/XML/1998/namespace"/>
    <ds:schemaRef ds:uri="http://purl.org/dc/dcmitype/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9d230d79-79f6-4685-9917-c01045fb6ec6"/>
    <ds:schemaRef ds:uri="http://schemas.microsoft.com/office/infopath/2007/PartnerControls"/>
    <ds:schemaRef ds:uri="93823d11-f80f-4c14-844a-6f9ab0ce942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541D510-B810-4B1F-81B6-C096A1A2C0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98D38E-6DA6-4985-B235-73B346E8CC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823d11-f80f-4c14-844a-6f9ab0ce9427"/>
    <ds:schemaRef ds:uri="9d230d79-79f6-4685-9917-c01045fb6e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Enrique Valderrama Araya</dc:creator>
  <cp:lastModifiedBy>Enrique Valderrama Araya</cp:lastModifiedBy>
  <cp:revision>3</cp:revision>
  <dcterms:created xsi:type="dcterms:W3CDTF">2023-01-18T21:16:55Z</dcterms:created>
  <dcterms:modified xsi:type="dcterms:W3CDTF">2023-12-05T21:56:56Z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0x0101003E47B7C62885F24FBCC35784E1B4E523</vt:lpwstr>
  </property>
</Properties>
</file>